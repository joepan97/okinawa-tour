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d1a450206f477b" /><Relationship Type="http://schemas.openxmlformats.org/officeDocument/2006/relationships/extended-properties" Target="/docProps/app.xml" Id="Rf6da66376d334d9c" /><Relationship Type="http://schemas.openxmlformats.org/officeDocument/2006/relationships/officeDocument" Target="/ppt/presentation.xml" Id="R45499f478b9e41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108e8c69b942ea"/>
  </p:sldMasterIdLst>
  <p:notesMasterIdLst>
    <p:notesMasterId xmlns:r="http://schemas.openxmlformats.org/officeDocument/2006/relationships" r:id="R1e157e411f644c2d"/>
  </p:notesMasterIdLst>
  <p:sldIdLst>
    <p:sldId xmlns:r="http://schemas.openxmlformats.org/officeDocument/2006/relationships" id="256" r:id="R20f7f8f744c4425b"/>
    <p:sldId xmlns:r="http://schemas.openxmlformats.org/officeDocument/2006/relationships" id="257" r:id="R6039d98c61fc4d16"/>
    <p:sldId xmlns:r="http://schemas.openxmlformats.org/officeDocument/2006/relationships" id="258" r:id="Rcb9ac1c54e1747d9"/>
    <p:sldId xmlns:r="http://schemas.openxmlformats.org/officeDocument/2006/relationships" id="259" r:id="Rc9af13fe95a742ec"/>
    <p:sldId xmlns:r="http://schemas.openxmlformats.org/officeDocument/2006/relationships" id="260" r:id="R908c850442644201"/>
    <p:sldId xmlns:r="http://schemas.openxmlformats.org/officeDocument/2006/relationships" id="261" r:id="Re78963239d24493b"/>
    <p:sldId xmlns:r="http://schemas.openxmlformats.org/officeDocument/2006/relationships" id="262" r:id="R73dd89fbeb334368"/>
    <p:sldId xmlns:r="http://schemas.openxmlformats.org/officeDocument/2006/relationships" id="263" r:id="R2ed1bad4b7a24513"/>
    <p:sldId xmlns:r="http://schemas.openxmlformats.org/officeDocument/2006/relationships" id="264" r:id="R0a10cab161344595"/>
    <p:sldId xmlns:r="http://schemas.openxmlformats.org/officeDocument/2006/relationships" id="265" r:id="R6100022e95994eda"/>
    <p:sldId xmlns:r="http://schemas.openxmlformats.org/officeDocument/2006/relationships" id="266" r:id="R9060b0265cb54023"/>
    <p:sldId xmlns:r="http://schemas.openxmlformats.org/officeDocument/2006/relationships" id="267" r:id="R75a79f914a784b8d"/>
    <p:sldId xmlns:r="http://schemas.openxmlformats.org/officeDocument/2006/relationships" id="268" r:id="R33b60744c435427d"/>
    <p:sldId xmlns:r="http://schemas.openxmlformats.org/officeDocument/2006/relationships" id="269" r:id="R9dfbab14279b4786"/>
    <p:sldId xmlns:r="http://schemas.openxmlformats.org/officeDocument/2006/relationships" id="270" r:id="R00c6fbbc23834f4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c5b028e32c44ac" /><Relationship Type="http://schemas.openxmlformats.org/officeDocument/2006/relationships/slideMaster" Target="/ppt/slideMasters/slideMaster1.xml" Id="R32108e8c69b942ea" /><Relationship Type="http://schemas.openxmlformats.org/officeDocument/2006/relationships/notesMaster" Target="/ppt/notesMasters/notesMaster1.xml" Id="R1e157e411f644c2d" /><Relationship Type="http://schemas.openxmlformats.org/officeDocument/2006/relationships/presProps" Target="/ppt/presProps.xml" Id="R650eace4010448cb" /><Relationship Type="http://schemas.openxmlformats.org/officeDocument/2006/relationships/tableStyles" Target="/ppt/tableStyles.xml" Id="Rc1a0c18e146f4619" /><Relationship Type="http://schemas.openxmlformats.org/officeDocument/2006/relationships/slide" Target="/ppt/slides/slide1.xml" Id="R20f7f8f744c4425b" /><Relationship Type="http://schemas.openxmlformats.org/officeDocument/2006/relationships/slide" Target="/ppt/slides/slide2.xml" Id="R6039d98c61fc4d16" /><Relationship Type="http://schemas.openxmlformats.org/officeDocument/2006/relationships/slide" Target="/ppt/slides/slide3.xml" Id="Rcb9ac1c54e1747d9" /><Relationship Type="http://schemas.openxmlformats.org/officeDocument/2006/relationships/slide" Target="/ppt/slides/slide4.xml" Id="Rc9af13fe95a742ec" /><Relationship Type="http://schemas.openxmlformats.org/officeDocument/2006/relationships/slide" Target="/ppt/slides/slide5.xml" Id="R908c850442644201" /><Relationship Type="http://schemas.openxmlformats.org/officeDocument/2006/relationships/slide" Target="/ppt/slides/slide6.xml" Id="Re78963239d24493b" /><Relationship Type="http://schemas.openxmlformats.org/officeDocument/2006/relationships/slide" Target="/ppt/slides/slide7.xml" Id="R73dd89fbeb334368" /><Relationship Type="http://schemas.openxmlformats.org/officeDocument/2006/relationships/slide" Target="/ppt/slides/slide8.xml" Id="R2ed1bad4b7a24513" /><Relationship Type="http://schemas.openxmlformats.org/officeDocument/2006/relationships/slide" Target="/ppt/slides/slide9.xml" Id="R0a10cab161344595" /><Relationship Type="http://schemas.openxmlformats.org/officeDocument/2006/relationships/slide" Target="/ppt/slides/slide10.xml" Id="R6100022e95994eda" /><Relationship Type="http://schemas.openxmlformats.org/officeDocument/2006/relationships/slide" Target="/ppt/slides/slide11.xml" Id="R9060b0265cb54023" /><Relationship Type="http://schemas.openxmlformats.org/officeDocument/2006/relationships/slide" Target="/ppt/slides/slide12.xml" Id="R75a79f914a784b8d" /><Relationship Type="http://schemas.openxmlformats.org/officeDocument/2006/relationships/slide" Target="/ppt/slides/slide13.xml" Id="R33b60744c435427d" /><Relationship Type="http://schemas.openxmlformats.org/officeDocument/2006/relationships/slide" Target="/ppt/slides/slide14.xml" Id="R9dfbab14279b4786" /><Relationship Type="http://schemas.openxmlformats.org/officeDocument/2006/relationships/slide" Target="/ppt/slides/slide15.xml" Id="R00c6fbbc23834f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9ed0ea6b8042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6d6e3200894dfe" /><Relationship Type="http://schemas.openxmlformats.org/officeDocument/2006/relationships/notesMaster" Target="/ppt/notesMasters/notesMaster1.xml" Id="Rfd8d8606ba364c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cd198fd7b64fab" /><Relationship Type="http://schemas.openxmlformats.org/officeDocument/2006/relationships/notesMaster" Target="/ppt/notesMasters/notesMaster1.xml" Id="Rc6a365dfe88147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8395aca83e479d" /><Relationship Type="http://schemas.openxmlformats.org/officeDocument/2006/relationships/notesMaster" Target="/ppt/notesMasters/notesMaster1.xml" Id="Rdf14e6b6437b49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29e0bc8e34463b" /><Relationship Type="http://schemas.openxmlformats.org/officeDocument/2006/relationships/notesMaster" Target="/ppt/notesMasters/notesMaster1.xml" Id="R483541945dad43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ec191371d04002" /><Relationship Type="http://schemas.openxmlformats.org/officeDocument/2006/relationships/notesMaster" Target="/ppt/notesMasters/notesMaster1.xml" Id="R322649dd1cc44c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8c74f9d0d340bf" /><Relationship Type="http://schemas.openxmlformats.org/officeDocument/2006/relationships/notesMaster" Target="/ppt/notesMasters/notesMaster1.xml" Id="R2e38ce0b29334b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e31a69804c4bd4" /><Relationship Type="http://schemas.openxmlformats.org/officeDocument/2006/relationships/notesMaster" Target="/ppt/notesMasters/notesMaster1.xml" Id="R6f78c58519f244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d4785731834c4b" /><Relationship Type="http://schemas.openxmlformats.org/officeDocument/2006/relationships/notesMaster" Target="/ppt/notesMasters/notesMaster1.xml" Id="Re386548f7b1b4e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16903ebc214f9d" /><Relationship Type="http://schemas.openxmlformats.org/officeDocument/2006/relationships/notesMaster" Target="/ppt/notesMasters/notesMaster1.xml" Id="R5faf4679e25841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427e731b8a44ff" /><Relationship Type="http://schemas.openxmlformats.org/officeDocument/2006/relationships/notesMaster" Target="/ppt/notesMasters/notesMaster1.xml" Id="R1547a9f0a6a44f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7d3f5e7a104f97" /><Relationship Type="http://schemas.openxmlformats.org/officeDocument/2006/relationships/notesMaster" Target="/ppt/notesMasters/notesMaster1.xml" Id="R5830bf74f40446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2bfdeb66424eb4" /><Relationship Type="http://schemas.openxmlformats.org/officeDocument/2006/relationships/notesMaster" Target="/ppt/notesMasters/notesMaster1.xml" Id="R6af51a3b966248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eb4bc433044146" /><Relationship Type="http://schemas.openxmlformats.org/officeDocument/2006/relationships/notesMaster" Target="/ppt/notesMasters/notesMaster1.xml" Id="R78d8df220acb4c6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eab8783d3c40c2" /><Relationship Type="http://schemas.openxmlformats.org/officeDocument/2006/relationships/notesMaster" Target="/ppt/notesMasters/notesMaster1.xml" Id="Rc4e7c518dfaf4dd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77eaad662c43ec" /><Relationship Type="http://schemas.openxmlformats.org/officeDocument/2006/relationships/notesMaster" Target="/ppt/notesMasters/notesMaster1.xml" Id="Rdd7da509c0dc41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版本二是決策版，重點是把 Bobby Travel 的景點與美食資訊轉成適合 16 人團體執行的取捨。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f90515643842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c8a2281a27443c" /><Relationship Type="http://schemas.openxmlformats.org/officeDocument/2006/relationships/slideLayout" Target="/ppt/slideLayouts/slideLayout1.xml" Id="R38f941e0cca645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f941e0cca645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5553838384997" /><Relationship Type="http://schemas.openxmlformats.org/officeDocument/2006/relationships/image" Target="/ppt/media/image.jpeg" Id="Rbb251b90d15a416d" /><Relationship Type="http://schemas.openxmlformats.org/officeDocument/2006/relationships/notesSlide" Target="/ppt/notesSlides/notesSlide1.xml" Id="R95b25d0ba27d4e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86fc7d2f242e9" /><Relationship Type="http://schemas.openxmlformats.org/officeDocument/2006/relationships/notesSlide" Target="/ppt/notesSlides/notesSlide2.xml" Id="Ra44d409ac5684e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026dace074b3d" /><Relationship Type="http://schemas.openxmlformats.org/officeDocument/2006/relationships/image" Target="/ppt/media/image2.jpeg" Id="R59f2bcaef98e4651" /><Relationship Type="http://schemas.openxmlformats.org/officeDocument/2006/relationships/notesSlide" Target="/ppt/notesSlides/notesSlide3.xml" Id="R7e3ed88a61e347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47779bb7a4160" /><Relationship Type="http://schemas.openxmlformats.org/officeDocument/2006/relationships/notesSlide" Target="/ppt/notesSlides/notesSlide4.xml" Id="R92d00ab46d9f4f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60a7e1e3b43a6" /><Relationship Type="http://schemas.openxmlformats.org/officeDocument/2006/relationships/image" Target="/ppt/media/image3.jpeg" Id="R18316d7866a042d5" /><Relationship Type="http://schemas.openxmlformats.org/officeDocument/2006/relationships/notesSlide" Target="/ppt/notesSlides/notesSlide5.xml" Id="R4daa446111fe48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98534c5444bf8" /><Relationship Type="http://schemas.openxmlformats.org/officeDocument/2006/relationships/image" Target="/ppt/media/image4.jpeg" Id="R8883a95cb1814c92" /><Relationship Type="http://schemas.openxmlformats.org/officeDocument/2006/relationships/notesSlide" Target="/ppt/notesSlides/notesSlide6.xml" Id="Re3ac0a96957d49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7aed36f5e4f02" /><Relationship Type="http://schemas.openxmlformats.org/officeDocument/2006/relationships/notesSlide" Target="/ppt/notesSlides/notesSlide7.xml" Id="R609121c7831b45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ed81180c54edc" /><Relationship Type="http://schemas.openxmlformats.org/officeDocument/2006/relationships/image" Target="/ppt/media/image5.jpeg" Id="R4dcd298a7e6b43c5" /><Relationship Type="http://schemas.openxmlformats.org/officeDocument/2006/relationships/notesSlide" Target="/ppt/notesSlides/notesSlide8.xml" Id="R107e31ca109142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4a09aba844ffd" /><Relationship Type="http://schemas.openxmlformats.org/officeDocument/2006/relationships/notesSlide" Target="/ppt/notesSlides/notesSlide9.xml" Id="R7310ca3f9d224c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08ae51d3448cf" /><Relationship Type="http://schemas.openxmlformats.org/officeDocument/2006/relationships/notesSlide" Target="/ppt/notesSlides/notesSlide10.xml" Id="R90702203e5204d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aaa38e5144a69" /><Relationship Type="http://schemas.openxmlformats.org/officeDocument/2006/relationships/notesSlide" Target="/ppt/notesSlides/notesSlide11.xml" Id="Rdb0c7dc5d4b149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4d9c201384398" /><Relationship Type="http://schemas.openxmlformats.org/officeDocument/2006/relationships/notesSlide" Target="/ppt/notesSlides/notesSlide12.xml" Id="Rbd0d87ae2207484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96be2798443ff" /><Relationship Type="http://schemas.openxmlformats.org/officeDocument/2006/relationships/notesSlide" Target="/ppt/notesSlides/notesSlide13.xml" Id="Rf71a8bc146c14f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829d994cd4ee9" /><Relationship Type="http://schemas.openxmlformats.org/officeDocument/2006/relationships/image" Target="/ppt/media/image6.jpeg" Id="R416c1102829b4e0a" /><Relationship Type="http://schemas.openxmlformats.org/officeDocument/2006/relationships/notesSlide" Target="/ppt/notesSlides/notesSlide14.xml" Id="R6e59f5bd65084fc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f545314e14a5d" /><Relationship Type="http://schemas.openxmlformats.org/officeDocument/2006/relationships/notesSlide" Target="/ppt/notesSlides/notesSlide15.xml" Id="Rc5a1888bcea74c8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51b90d15a416d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4CC31-D26F-4DF0-B2A3-547BEFAE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9525">
            <a:solidFill>
              <a:srgbClr val="000000">
                <a:alpha val="4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466E1-1A8E-40EC-8577-3D23C798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2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沖繩 4 天 3 夜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版本二推薦規劃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ECBA0-8231-429C-870A-56DA73A8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819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依 GitHub 最新資料重建｜參考 Bobby Travel 景點與美食文章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16 人｜13 位大人、3 位小孩｜三台車｜諾富特沖繩那霸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8FCFA-F413-49A8-A53B-F09E81C7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600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37A57"/>
          </a:solidFill>
          <a:ln xmlns:a="http://schemas.openxmlformats.org/drawingml/2006/main" w="9525">
            <a:solidFill>
              <a:srgbClr val="237A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新增玉泉洞路線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0734A-385C-4F7A-A973-43FD64AC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00500"/>
            <a:ext cx="14859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C75F3A"/>
          </a:solidFill>
          <a:ln xmlns:a="http://schemas.openxmlformats.org/drawingml/2006/main" w="9525">
            <a:solidFill>
              <a:srgbClr val="C75F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餐食候選升級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0B613-3029-4341-A472-8E704CD2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00500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購物點做取捨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A0A65-DB50-4380-B996-2E68D94F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版本二結論：保留原主軸，將 7/19 改成更完整的南部文化自然線，DMM/AEON 降級為備案。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DE2E19-D8C3-4AE9-9140-253584B1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823828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40D41D-E400-4CC5-8C1B-2B0026A0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</a:defRPr>
            </a:pPr>
            <a:r>
              <a:rPr sz="1050" b="1">
                <a:solidFill>
                  <a:srgbClr val="176B87"/>
                </a:solidFill>
              </a:rPr>
              <a:t>沖繩 2026 家族自駕行程｜版本二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DB494-E7C0-4AE8-8DDE-135DE2F8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版本二只改三件事：南部更完整、午餐更穩、備案更清楚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49D72-C48D-430D-97EE-8C05C11C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3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7A9B5-82EC-49B5-9C5F-F53B3140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23056-F805-4ED0-9CD9-A1F01308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7"/>
          </a:solidFill>
          <a:ln xmlns:a="http://schemas.openxmlformats.org/drawingml/2006/main" w="9525">
            <a:solidFill>
              <a:srgbClr val="237A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0458F-ED82-41D6-BBE0-7AB741EF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南部主線升級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608D4-1A8D-474C-A844-1EB5FEE1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628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7/19 建議改為 Costco → 玉泉洞/沖繩世界 → 系滿魚市場 → 瀨長島 → 美國村。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F9DA6-FB92-4195-B296-AA193034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95450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B736B-1E2B-454C-8598-1CB7DB8F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954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F3A"/>
          </a:solidFill>
          <a:ln xmlns:a="http://schemas.openxmlformats.org/drawingml/2006/main" w="9525">
            <a:solidFill>
              <a:srgbClr val="C75F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6E6A9-AC8D-4DAB-9072-25A2FEE4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66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北部餐食升級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D051F-1751-45A9-90E3-25DF201B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47950"/>
            <a:ext cx="2628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7/18 午餐優先嘗試百年古家大家或燒肉本部牧場；古宇利蝦蝦飯改為點心。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9D8A5-997F-4649-998C-0F04256C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05392-C350-4191-A47E-8B7B038E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6665DB-9072-4D8E-BE3E-CD3FB18E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66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購物點降級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CFDD2B-7618-4D66-9E35-9F74E47C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2628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AEON、DMM、Ashibinaa 都保留，但不再同時列為必去，避免整天變商場巡迴。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286B6E-8FD3-4F7F-AC94-97EB23E0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</a:defRPr>
            </a:pPr>
            <a:r>
              <a:rPr sz="1875" b="1">
                <a:solidFill>
                  <a:srgbClr val="18324A"/>
                </a:solidFill>
              </a:rPr>
              <a:t>不變：7/18 北部日仍是美麗海 + 古宇利；7/20 仍不排景點。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E2561D-2C01-47C0-86FB-6260266D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233369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54AFEF-5C60-4E49-ABAC-C7FF83AF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</a:defRPr>
            </a:pPr>
            <a:r>
              <a:rPr sz="1050" b="1">
                <a:solidFill>
                  <a:srgbClr val="176B87"/>
                </a:solidFill>
              </a:rPr>
              <a:t>沖繩 2026 家族自駕行程｜版本二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034E0-094D-4B6E-BA2B-E46B7EFC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Bobby Travel 的資訊支持「分區排、少折返」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F3FAB-1D38-4491-9CCD-52D3207F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3DA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2bcaef98e4651"/>
          <a:srcRect xmlns:a="http://schemas.openxmlformats.org/drawingml/2006/main" l="20867" t="0" r="208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1466850"/>
            <a:ext cx="4343400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FAD99-B094-4819-8B77-5449FBA5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B87"/>
                </a:solidFill>
              </a:defRPr>
            </a:pPr>
            <a:r>
              <a:rPr sz="1875" b="1">
                <a:solidFill>
                  <a:srgbClr val="176B87"/>
                </a:solidFill>
              </a:rPr>
              <a:t>景點文重點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AF01F-D21D-4A38-A7FE-968D6496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沖繩分北部、中部、南部安排，從那霸到美麗海單趟接近 2 小時。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7875A-40FC-4D0C-8CC3-245A3E06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你們原本清單已涵蓋多數 19 大重點：美麗海、古宇利、美國村、AEON、國際通、牧志、DMM、瀨長島。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30E0F-AE5D-4AF7-A6E5-08764D0C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版本二補上最有差異化的南部景點：玉泉洞/沖繩世界；Ashibinaa 改列購物備案。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D556B-C9FD-4981-A43A-A7FEDE0A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75F3A"/>
                </a:solidFill>
              </a:defRPr>
            </a:pPr>
            <a:r>
              <a:rPr sz="1875" b="1">
                <a:solidFill>
                  <a:srgbClr val="C75F3A"/>
                </a:solidFill>
              </a:rPr>
              <a:t>導遊判斷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5E110-6274-4163-A3E2-9A9668C0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不是再加更多景點，而是把同質性高的點降級，讓每天有一個清楚主題。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F981C-4555-4A53-A0D1-8D2D9DBC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956472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C8D69D-2C5C-430C-99EF-1CE82133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</a:defRPr>
            </a:pPr>
            <a:r>
              <a:rPr sz="1050" b="1">
                <a:solidFill>
                  <a:srgbClr val="176B87"/>
                </a:solidFill>
              </a:rPr>
              <a:t>沖繩 2026 家族自駕行程｜版本二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B7023-3010-4280-9917-E1684427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版本二總行程：7/19 改成南部文化自然線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E1216-44A3-4FFF-9D5B-FBFE56D2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3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58906-8FE6-44B2-B05A-49E05136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7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日期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E4742-C3E9-434E-8FAD-72D97E71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6192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7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主軸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D5F95-23E3-4433-B72D-C700212B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19250"/>
            <a:ext cx="542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7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版本二安排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C8164-D083-4667-AA14-4CBF00C8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1925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7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取捨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E9C45-58D5-4ACC-B6EB-EA16DA15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7/17 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828F3-38CE-4E04-B22B-D459E8DD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050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抵達與那霸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471C7-F07C-4E72-BD5C-F261D893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05050"/>
            <a:ext cx="542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機場 → 燒肉本舖 → 諾富特 → 國際通/牧志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2500D-0768-4B23-8C2D-1CA312D4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0505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不加遠點；保留體力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B9141-2430-4571-A50F-9D494DD6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7/18 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582A6-C92B-483F-AFFA-ECB204AE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908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北部精華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66707-CD1C-4183-94C5-DAFBAD92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90850"/>
            <a:ext cx="542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美麗海 → 百年古家/本部牧場 → 古宇利大橋 → 蝦蝦飯點心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54727-22F6-4628-9F28-1D111522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9085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早出發，不追加多個北部景點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457054-4CEA-42F3-9D51-0E5067F1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7/19 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850184-0DE7-425C-8948-1B3E66A4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766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南部＋中部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FE863E-D8F0-4AB2-8B78-4760427C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76650"/>
            <a:ext cx="542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Costco → 玉泉洞/沖繩世界 → 系滿魚市場 → 瀨長島 → 美國村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A12BEE-476C-4B01-96B2-70464280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7665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DMM/AEON 降為天氣與購物備案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BC4205-653B-4DF9-927E-B51F0782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7/20 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D4963C-FB36-4E42-85D5-F931F61A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624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離境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21B312-B25B-4286-BB05-7D56F5E2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62450"/>
            <a:ext cx="542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飯店 → 加油 → 還車 → 機場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C5D186-5C5E-475A-B274-182FAE7A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6245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不排景點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1B3C32-ADAB-4937-BE1E-BBB42B30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507707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5C7F4E-1A2F-461B-97BA-6B2B7D39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</a:defRPr>
            </a:pPr>
            <a:r>
              <a:rPr sz="1050" b="1">
                <a:solidFill>
                  <a:srgbClr val="176B87"/>
                </a:solidFill>
              </a:rPr>
              <a:t>沖繩 2026 家族自駕行程｜版本二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033E1-415A-45D7-92E7-39F8A953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Day 1：維持輕量，那霸市區只做晚餐與採買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8B2FD-5FAF-4033-97A0-C12D91E4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3DA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16d7866a042d5"/>
          <a:srcRect xmlns:a="http://schemas.openxmlformats.org/drawingml/2006/main" l="17801" t="0" r="178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1428750"/>
            <a:ext cx="4324350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72F90-4822-48EA-9AE6-ED0867A3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F3A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時間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55586-A9C5-4860-9371-1F9AACF5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5430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F3A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安排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53B7F-B3F4-41B1-A500-10FE0B35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43050"/>
            <a:ext cx="3095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F3A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版本二提醒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B345D-D090-447E-8065-2F9B3884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10:00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25338-2D43-4B37-98DE-16F85318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098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抵達那霸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E9C3E-F405-4DAF-9DD0-BE130E54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09800"/>
            <a:ext cx="3095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16 人租車與行李抓 2 小時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9D9D0-7BBA-4AB2-9903-9D12ACEA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12:30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02DF4-4543-456A-A1E8-0A9E1FD8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765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燒肉本舖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84F5B4-904F-4FB4-A9DC-F22E4824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76550"/>
            <a:ext cx="3095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已訂位；請再次確認店名與保留時間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CAE0CE-7E06-4E9C-B2E1-412D4C62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43300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14:30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C8A1D-037A-43F5-88A3-564A884C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433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諾富特 check-in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30C289-560D-498A-B263-B5F806C1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43300"/>
            <a:ext cx="3095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固定 A/B/C 車乘客與 LINE 集合規則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9F7CD7-97CA-409D-8D01-7554CE2A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0050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16:30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62F361-927D-4FDF-9A56-F9A5392C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100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國際通/牧志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9286E0-AB66-4D93-8765-04534393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10050"/>
            <a:ext cx="3095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搭計程車，不開三台車進市區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0B6135-E2F8-4FAE-886D-DB1EA45E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76800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晚餐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5FAE80-47CF-4736-977C-9E842CB1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768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自由分組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795AB8-C8AF-41C5-AA65-25B32ABF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76800"/>
            <a:ext cx="3095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拉麵、牛排、燒肉可分流，避免 16 人排同一家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37DB03-B13C-4AFF-9962-A731FCE6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158680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7AD68-E9E0-4660-B2BD-E4FC1C72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</a:defRPr>
            </a:pPr>
            <a:r>
              <a:rPr sz="1050" b="1">
                <a:solidFill>
                  <a:srgbClr val="176B87"/>
                </a:solidFill>
              </a:rPr>
              <a:t>沖繩 2026 家族自駕行程｜版本二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F7BA1-5B15-4436-96AC-D8D1527B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Day 2：北部不再加點，改把午餐排穩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BBFB0-947D-4CB3-8E0C-14435C94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3DA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83a95cb1814c92"/>
          <a:srcRect xmlns:a="http://schemas.openxmlformats.org/drawingml/2006/main" l="0" t="841" r="0" b="8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524000"/>
            <a:ext cx="4762500" cy="31242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2D735-6387-4BAC-B0CD-DF884C36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621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B87"/>
                </a:solidFill>
              </a:defRPr>
            </a:pPr>
            <a:r>
              <a:rPr sz="1875" b="1">
                <a:solidFill>
                  <a:srgbClr val="176B87"/>
                </a:solidFill>
              </a:rPr>
              <a:t>建議節奏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B55A5-881B-446A-A1C7-61BBFED3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383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07:00 諾富特出發，早餐前一晚買好。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E727C-9326-4FD6-A315-39B9BFB8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3840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09:30 美麗海水族館，先看黑潮之海。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007DA-FEBA-4C94-9C97-55EC75C7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384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12:30 午餐候選：百年古家大家或燒肉本部牧場。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3C411-E042-4FAA-A0DC-BFBFCD36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3850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14:45 古宇利大橋與古宇利島，蝦蝦飯作點心。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A2A9C-DB6C-4B4D-8BD9-50612BCA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385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16:30 回那霸，不再排遠距晚餐。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7F656-FEC5-4A6D-841E-0D9FD00D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24A"/>
                </a:solidFill>
              </a:defRPr>
            </a:pPr>
            <a:r>
              <a:rPr sz="1725" b="1">
                <a:solidFill>
                  <a:srgbClr val="18324A"/>
                </a:solidFill>
              </a:rPr>
              <a:t>Bobby 文提到萬座毛適合作為水族館路上的美景休息站，但以 16 人團體與連假車潮來看，版本二仍不列必去。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88376-5B8B-42A3-AD16-6979E4CC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564819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C15A77-2BDC-40DA-B6F8-9AF10F87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</a:defRPr>
            </a:pPr>
            <a:r>
              <a:rPr sz="1050" b="1">
                <a:solidFill>
                  <a:srgbClr val="176B87"/>
                </a:solidFill>
              </a:rPr>
              <a:t>沖繩 2026 家族自駕行程｜版本二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AF851-F9FE-4106-A931-4BEA4728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北部餐廳候選：訂得到的餐廳，比排隊名店重要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231A6-8677-4DF8-A3B5-986E546B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3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9CCCD-6506-4754-81BA-DAFA7CB5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餐廳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BF14B-2265-4E65-B219-A1906901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192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角色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5A73B-3DD1-474D-8F36-70E72791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192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Map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1FEC7-BBA2-4BCE-811F-9B53EA39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192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導遊判斷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D3AB8-9D1F-47CB-BD96-0C6740BD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百年古家 大家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9641F-D148-4CB2-B6D5-0694251F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8600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阿古豬、古民宅體驗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A8905-D240-4CDA-AE43-3EA76AB1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860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206 745 056*82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4965A-3FBB-428A-8FF9-28EF494F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860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最適合版本二；務必訂位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12DAF-1EF9-4F5B-B083-3F0CC6FA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燒肉本部牧場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36641-C86F-437F-BA0C-1C2FE688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527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本部牛燒肉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18286-D0CA-4AB2-AF7B-69FC4AA6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52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206 856 434*08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DF6F8-47FC-416D-903B-234D4704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527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近美麗海，可作午餐候選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850F7C-C4B3-4D44-B5AD-B202D933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古宇利蝦蝦飯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DC151-61D7-4582-80C4-6901835E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下午點心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545360-F02A-41CA-A0C9-6DF17D5C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195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485 692 168*56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733AA6-9D20-4B3A-9961-2C78CAE0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195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不當 16 人正式午餐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3890F7-50A7-4D1C-8FB0-9B08C7F8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花人逢/岸本食堂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7F9F97-55BA-407A-B6C8-27C626B5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862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名店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9C6700-A6A3-4325-A1F6-D67EE46C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862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見來源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9C7B3D-D8B5-47BF-8BCF-40E794F9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862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不建議團體硬排；排隊不可控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2E8F3C-4B47-4676-8AFC-965F6A0A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75F3A"/>
                </a:solidFill>
              </a:defRPr>
            </a:pPr>
            <a:r>
              <a:rPr sz="1725" b="1">
                <a:solidFill>
                  <a:srgbClr val="C75F3A"/>
                </a:solidFill>
              </a:rPr>
              <a:t>版本二原則：北部日不要把用餐變成另一個壓力點；能訂位、能停車、能分桌優先。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FF991D-7D72-4490-9846-F6DBAC9F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462055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E0815C-875D-404D-A540-1F5C7279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</a:defRPr>
            </a:pPr>
            <a:r>
              <a:rPr sz="1050" b="1">
                <a:solidFill>
                  <a:srgbClr val="176B87"/>
                </a:solidFill>
              </a:rPr>
              <a:t>沖繩 2026 家族自駕行程｜版本二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249AF-639C-469C-9373-517B5E26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Day 3 推薦版：Costco 後接玉泉洞，讓南部不只是購物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2BC24-5178-4EF0-9864-41C45AD2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3DA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d298a7e6b43c5"/>
          <a:srcRect xmlns:a="http://schemas.openxmlformats.org/drawingml/2006/main" l="12826" t="0" r="128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1428750"/>
            <a:ext cx="4343400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BF8EC-275B-4387-8CD6-4EA75CF1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7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時間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A2AC5-1B7D-492A-9275-DD276967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5240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7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安排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A0347-3515-4153-BF0F-70BF20B6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5240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7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導遊提醒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6C7D7-A44A-4154-ADEA-062711F5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09:30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316B6-A653-4A9B-B225-461B82D4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907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Costco 沖繩南城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30BDC-1D47-482C-9FD4-77466F6A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907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採買 90 分鐘上限，不買冷藏冷凍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65296-F23E-460B-AC92-E2339B96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11:30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E5BAB-2422-4B7B-B518-63DB3A47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575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玉泉洞/沖繩世界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994A4-8B7D-4C1F-8384-CF90D83E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575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補足文化與自然體驗；雨天也穩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F4CEB-3A11-4F46-929D-6ABFCD10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13:45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5CBA52-2963-4FF6-B938-E9A5F0B6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24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系滿魚市場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896C2-CD4E-4415-A5CD-951F3C18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242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午餐小吃與海鮮；視時間可前後調整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EBD4E8-BC20-4501-B95E-79BF40A9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15:15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014843-16EE-42E7-9D2C-3A1A40B6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910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瀨長島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C3904C-37F2-4E85-BE92-67B76E30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910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短停拍照、喝飲料、幸福鬆餅可分組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139140-8E1B-41B6-82C2-37FE4EA3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17:30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117F4E-8E09-4AD1-AB4A-1B2E2FC3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577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美國村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0A7FD9-E3CF-4617-9BB4-2D1EFC44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577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晚餐與夜景收尾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996109-5D19-4FA6-AE9E-20476F9B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566824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6DA7BC-3625-4E55-8589-C5BEC5A0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</a:defRPr>
            </a:pPr>
            <a:r>
              <a:rPr sz="1050" b="1">
                <a:solidFill>
                  <a:srgbClr val="176B87"/>
                </a:solidFill>
              </a:rPr>
              <a:t>沖繩 2026 家族自駕行程｜版本二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94912-8A46-4BFA-9273-8EE8BED6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7/19 三種版本：依天氣與體力現場切換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0B3C0-72E9-42F2-9733-A183DD5C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3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1FA4B-2DEE-458D-9D2F-D6F41B03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123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版本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D3DE1-E864-45E5-9310-7F4AB7FD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676400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路線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80D5F-6FCD-4BA8-AC7E-0C4CF81F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適合情境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2A527-3C6C-4C92-8397-5A3538B3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7640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刪除點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C5E64-133D-46BE-8DC6-FB90167A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14600"/>
            <a:ext cx="123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A 推薦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EAAC3-43B6-4778-B5B0-0DDBED74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Costco → 玉泉洞 → 系滿 → 瀨長島 → 美國村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CF5C3-DBB2-462A-8D82-DF073092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1460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想要觀光完整、少重複商場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EB039-8349-4B0D-9999-B56462F2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1460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DMM、AEON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051B9-9613-43D9-B136-F89954F2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123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B 雨天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81907E-27FA-462F-B01A-94144234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52800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Costco → DMM → AEON → 美國村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ACA5F-CB38-4025-8F49-44DC70F6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5280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午後雷雨、小孩需要室內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C5AA4-5028-4152-92E3-FEA51F9D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5280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系滿、瀨長島短停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30513-1807-4A70-9DF8-F62B854D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123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C 購物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C1BE3-60E8-4886-A1FF-08FBBFD7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91000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Costco → 系滿 → Ashibinaa/AEON → 美國村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125E57-2EA6-4E24-8C96-7833C301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9100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大人購物需求高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12973B-8B27-4DFA-8C0B-BA490E11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9100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DMM、玉泉洞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A36CE7-F814-4157-8610-E9F32630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054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5F3A"/>
                </a:solidFill>
              </a:defRPr>
            </a:pPr>
            <a:r>
              <a:rPr sz="1800" b="1">
                <a:solidFill>
                  <a:srgbClr val="C75F3A"/>
                </a:solidFill>
              </a:rPr>
              <a:t>現場決策：若 12:00 前已延誤 45 分鐘以上，直接啟動 B 或 C，不再硬塞完整推薦版。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F366BE-BB41-4A96-8C2D-5C99A1A1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038826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C7A638-FEEF-4498-8F9F-6F435508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</a:defRPr>
            </a:pPr>
            <a:r>
              <a:rPr sz="1050" b="1">
                <a:solidFill>
                  <a:srgbClr val="176B87"/>
                </a:solidFill>
              </a:rPr>
              <a:t>沖繩 2026 家族自駕行程｜版本二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83082-7DB4-4636-8550-AC2CB66B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南部與中部美食：分組吃，比全員排同一家實際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4384F-DCE5-4677-AFDC-4652ABA9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3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AEA33-798E-4867-99DD-6D645A6B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33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F3A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地區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99F00-BD83-457A-B847-A3805E37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562100"/>
            <a:ext cx="228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F3A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候選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A6CF0-6F06-4BB7-89D0-E463CE00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5621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F3A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Map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07873-217E-4AA0-B868-C3FB9E01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6210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F3A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用法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FD233-CF18-4E6E-8D4E-12FECF3F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133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瀨長島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E2BFD-6813-49A8-87CA-92607942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09800"/>
            <a:ext cx="228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幸福鬆餅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12B140-62C0-4421-BD12-E96E6B25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098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33 002 602*03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6E33F-A97F-4B16-8D2F-F01A8DED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0980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甜點分組，不當正式午餐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92FC0-EBEA-439A-A106-EAE70753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33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南城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41C20-786E-48C9-BF0D-18249636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57500"/>
            <a:ext cx="228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中本天婦羅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A96D8-E215-4FA0-9D9E-2B055645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575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232 467 296*62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96B45-3BA2-4AD5-9755-99B914FC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5750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玉泉洞路線可順路買小吃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29963-243B-4E24-B9EA-654E941E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133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美國村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64AC89-2667-4D07-A9C1-8CD8E387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505200"/>
            <a:ext cx="228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迴轉壽司市場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D142DC-B559-49A4-BB8A-433A78D0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5052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33 526 489*78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DD10D7-2298-49E1-A998-F4F8FAA0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0520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晚餐候選，離峰較穩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CC1616-2031-4B66-A80E-D541FFE2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52900"/>
            <a:ext cx="133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美國村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C72713-C21F-413C-89FC-ABDA9736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152900"/>
            <a:ext cx="228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Kijimuna 塔可飯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9C2E8E-8148-4256-BCE9-D22983D0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529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33 525 383*12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34018A-96B7-45F5-B59A-C5F131E5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5290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適合分組，孩子接受度高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B421F4-1AEC-47B1-8281-009DE378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133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美國村旁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5149FA-7FC4-4BDC-8AC3-4E9C3D4F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00600"/>
            <a:ext cx="228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浜屋沖繩麵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186A59-C15D-4883-8193-FDB74B71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8006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33 584 046*87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30DE92-3C0B-4D01-A319-C8D42BA0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0060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車程約 10 分鐘；人多不硬排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146B38-D158-4EB8-9F2C-9515DBEF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0463697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61303B-88CF-4C3A-8241-28F485AE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</a:defRPr>
            </a:pPr>
            <a:r>
              <a:rPr sz="1050" b="1">
                <a:solidFill>
                  <a:srgbClr val="176B87"/>
                </a:solidFill>
              </a:rPr>
              <a:t>沖繩 2026 家族自駕行程｜版本二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D5184-F343-4059-A4C9-6FA72F63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Bobby 文推薦但版本二不列必去的點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BB34D-45B9-442D-BB19-90E52610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3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D7538-28EE-4DF7-9513-2828F31A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7526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1832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JUNGLIA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7CBEE-5AF4-4402-81DB-4F23A8AF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638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新、話題強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793BC-2A1F-4997-B698-E37576B8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3830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北部日已滿，排隊與時間成本高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74E0D-5939-43F9-A197-F00B3AFE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3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5F255-B664-4DC1-90EB-ADECA3A6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17526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37A57"/>
          </a:solidFill>
          <a:ln xmlns:a="http://schemas.openxmlformats.org/drawingml/2006/main" w="9525">
            <a:solidFill>
              <a:srgbClr val="237A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名護鳳梨園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06B89-1043-4994-BA5A-F47CD8D8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05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親子友善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E2130-80F2-41F7-9EC2-CAA23457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0505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和美麗海/古宇利相比優先度較低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74300-6BA4-4F1B-B883-48C46264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3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D137A-4A3B-458D-8A36-FCBBFAFD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17526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部瀨名海中公園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F12AE-880B-4F68-B443-F203ACA8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71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免下水看魚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7B7CB-22A8-402A-BB95-341A29F9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7180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天氣海況變數；與美麗海主題重疊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332E62-40EA-4BDE-920C-6DFF35CA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3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EBF9EC-E414-4865-84C2-241DE636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17526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C75F3A"/>
          </a:solidFill>
          <a:ln xmlns:a="http://schemas.openxmlformats.org/drawingml/2006/main" w="9525">
            <a:solidFill>
              <a:srgbClr val="C75F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青之洞窟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CD8CC1-372C-4D77-B498-149E8F87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38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浮潛體驗強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927AB2-B278-4659-A5FC-B300C362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3855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16 人＋小孩＋短天數，管理成本高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DE8F3B-EA4B-40DB-A7CC-74AB1868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3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18EDD7-12C9-4870-AF7D-923591FA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17526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9B6A16"/>
          </a:solidFill>
          <a:ln xmlns:a="http://schemas.openxmlformats.org/drawingml/2006/main" w="9525">
            <a:solidFill>
              <a:srgbClr val="9B6A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港川外人住宅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B2A91E-5989-4A0D-8434-2931FC80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文青甜點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9C9139-6A0C-40D6-9C17-9808C3D5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0530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三台車停車與集合不友善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1FD804-E68F-494B-AC91-3B52C2DE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3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2E24FC-9F49-422C-A4D7-E8378BD7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7526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5B6472"/>
          </a:solidFill>
          <a:ln xmlns:a="http://schemas.openxmlformats.org/drawingml/2006/main" w="9525">
            <a:solidFill>
              <a:srgbClr val="5B647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萬座毛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BFC5F1-69DB-4254-8379-909B21B4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72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海景代表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75ADF1-C1CD-4B15-BD51-A10BF72F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7205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可作北上休息站，但非本團必停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7BFD2C-801C-435F-AF19-E532930C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3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134E32-3E58-42CF-BAF1-77A2753F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1681020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F436E3-3A83-4A49-A186-AD15ECDF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</a:defRPr>
            </a:pPr>
            <a:r>
              <a:rPr sz="1050" b="1">
                <a:solidFill>
                  <a:srgbClr val="176B87"/>
                </a:solidFill>
              </a:rPr>
              <a:t>沖繩 2026 家族自駕行程｜版本二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127EA-9F66-4590-B2AE-4091AAFE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Map Code 補充：版本二新增或升級的點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F90A7-5CBC-4A2F-9F09-CDD37BCA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3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F4FB3-0BAD-419C-A5F8-098108AA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304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7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地點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BDCE6-5F78-49BB-88E4-9C6FEEB7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54305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7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Map 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42614-8AA3-44E9-9820-BE19CEB9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430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7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版本二用途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81728-994C-4A7D-926B-1F90BA48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304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玉泉洞 / 沖繩世界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375FB-57ED-45E3-B60E-A46061B2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5265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232 495 333*86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2FCFE-69AB-4AE5-886D-4CA9EFE5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7/19 推薦版主景點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53646-41C3-499B-BEB0-35EB0759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304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Ashibinaa Outlet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690CA-A7E6-4622-9086-21EF5484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6225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232 544 452*52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35F3C-9820-4534-B099-FF7F82AF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622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購物版替代 AEON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9D27A-04B7-4357-97B7-C9C4C046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304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中本天婦羅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2723D-CF5A-4619-9328-49D09F03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7185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232 467 296*62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3ECA7D-C787-4D3C-9207-D91B70EA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718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南城小吃備案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85D059-AF5A-4A53-9493-3D45292F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304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百年古家 大家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6BAC9-A7D0-433D-AE68-0CD9AFA6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8145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206 745 056*82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A09AB9-9DF1-4B1C-8CDD-72F48B0D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814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7/18 午餐候選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7FC47D-584A-4FB0-92B8-30DF6C32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304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燒肉本部牧場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60D248-652E-4BA2-8C93-6B50AE70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9105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206 856 434*08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614ED5-75F0-4750-BF44-3BBCF1BF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910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7/18 午餐候選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D13DB3-FF93-44B5-B415-B05FC963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00650"/>
            <a:ext cx="304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Kijimuna 美國村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5D2752-59F3-4742-8CA2-44991496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0065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33 525 383*12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E9E56A-4FCE-47B6-9C35-32D16490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006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DD3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7/19 晚餐分組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85F9EE-B2B1-45EB-98CF-31A218F9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5951747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4C45B-258D-4198-A4AC-6E463154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</a:defRPr>
            </a:pPr>
            <a:r>
              <a:rPr sz="1050" b="1">
                <a:solidFill>
                  <a:srgbClr val="176B87"/>
                </a:solidFill>
              </a:rPr>
              <a:t>沖繩 2026 家族自駕行程｜版本二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C007C-1F79-4AED-B44A-70BD84C1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版本二的導遊執行規則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4BFAB-EFB1-4BA1-9AA3-DAE395EB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3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8F274-D7C0-413A-A5D2-ED8F7BB6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• 每天只有一個主題：抵達日休整、北部海景與水族館、南部文化自然、離境。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85B65-F88C-432B-8FAD-2BFD11FC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• 7/19 早上 09:30 Costco 開始計時，90 分鐘到就結帳集合。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2540B-2CEF-483C-B35F-9BB75EF8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• 餐廳先訂百年古家大家或燒肉本部牧場；訂不到就回到簡餐策略。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D71B7-BD35-4B3D-B79F-A54E8389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• 美國村晚餐自由分組，但回集合點與時間統一，不讓各車自己決定返程。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12404-957B-4A94-A54F-80C67923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• 所有備案只替換同一區域內的點，不跨區硬改。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A636F-DF58-4D97-9661-F7284B3D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5596265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A460A-4DC7-4149-A2D1-21A1861E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</a:defRPr>
            </a:pPr>
            <a:r>
              <a:rPr sz="1050" b="1">
                <a:solidFill>
                  <a:srgbClr val="176B87"/>
                </a:solidFill>
              </a:rPr>
              <a:t>沖繩 2026 家族自駕行程｜版本二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84249-443F-40BB-A3A3-5F88EC95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版本二最終推薦：不要變更多，變得更穩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EE626-4B09-4E64-933A-8CDF6D56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3DA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c1102829b4e0a"/>
          <a:srcRect xmlns:a="http://schemas.openxmlformats.org/drawingml/2006/main" l="3014" t="0" r="30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524000"/>
            <a:ext cx="4381500" cy="3333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07061-96E3-482F-BB1F-5170123E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7A57"/>
                </a:solidFill>
              </a:defRPr>
            </a:pPr>
            <a:r>
              <a:rPr sz="2100" b="1">
                <a:solidFill>
                  <a:srgbClr val="237A57"/>
                </a:solidFill>
              </a:rPr>
              <a:t>推薦採用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A456F-27BA-4922-8E9C-B794AC24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7/18 午餐先訂百年古家大家，其次燒肉本部牧場。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D0608-CF11-4B4A-8770-56DE8A48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7/19 採用玉泉洞/沖繩世界推薦版，DMM 作雨天備案。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476D0-76FE-45D6-833E-190E5538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AEON 與 Ashibinaa 擇一，不要和 Costco 都排長時間。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24A61-B8CF-4F55-B2C5-44C818B1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蝦蝦飯保留，但只當點心。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E17A3-9855-4990-A5A4-5ED55AF9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75F3A"/>
                </a:solidFill>
              </a:defRPr>
            </a:pPr>
            <a:r>
              <a:rPr sz="2100" b="1">
                <a:solidFill>
                  <a:srgbClr val="C75F3A"/>
                </a:solidFill>
              </a:rPr>
              <a:t>不建議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75596-429E-4437-ADF8-A29E053F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再加青之洞窟、JUNGLIA、名護鳳梨園；會讓 4 天 3 夜失控。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093C24-8021-41DE-B3AE-799CF40B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5813372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A72D7-71BF-476A-A2B2-C6E8C64A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</a:defRPr>
            </a:pPr>
            <a:r>
              <a:rPr sz="1050" b="1">
                <a:solidFill>
                  <a:srgbClr val="176B87"/>
                </a:solidFill>
              </a:rPr>
              <a:t>沖繩 2026 家族自駕行程｜版本二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FCDC5-C1D9-4BB1-812E-2FDCB959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來源與使用方式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25A3E-3FF8-46B7-B1E1-3A9557E3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3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8E1E2-A853-427C-BF8A-F75D29A9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B87"/>
                </a:solidFill>
              </a:defRPr>
            </a:pPr>
            <a:r>
              <a:rPr sz="1875" b="1">
                <a:solidFill>
                  <a:srgbClr val="176B87"/>
                </a:solidFill>
              </a:rPr>
              <a:t>內容來源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3D516-E446-4AA7-8696-93E3922D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Bobby Travel 沖繩景點：19 大景點、分區規劃、玉泉洞、Ashibinaa、萬座毛等取捨。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40B3B-81FB-4E13-9306-0E5A5826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Bobby Travel 沖繩美食：百年古家大家、燒肉本部牧場、中本天婦羅、幸福鬆餅、美國村餐廳。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57857-5421-4C62-9B13-C34D3179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版本一簡報與 Map Code 清單：原始行程、住宿、車輛與已列景點。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D93DB-67A0-4B00-B192-C5B37DDB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37A57"/>
                </a:solidFill>
              </a:defRPr>
            </a:pPr>
            <a:r>
              <a:rPr sz="1875" b="1">
                <a:solidFill>
                  <a:srgbClr val="237A57"/>
                </a:solidFill>
              </a:rPr>
              <a:t>圖片來源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F01A4-D5E6-4C02-9065-4FD1484B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美麗海、古宇利、國際通、牧志市場、美國村、瀨長島：沿用版本一已整理之 Wikimedia Commons 實景圖。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E43E76-7F2E-4F67-B072-B4D76406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5F3A"/>
                </a:solidFill>
              </a:defRPr>
            </a:pPr>
            <a:r>
              <a:rPr sz="1650" b="1">
                <a:solidFill>
                  <a:srgbClr val="C75F3A"/>
                </a:solidFill>
              </a:rPr>
              <a:t>交付檔案：outputs/okinawa-tour-plan-2026-v2-bobby.pptx。出發前仍須重新確認餐廳訂位、臨時營業時間、天氣與租車兒童座椅。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C373F-E5DD-4644-933B-C0A7C577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243612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2026-07-16T15:25:02.3650000Z</dcterms:created>
  <dcterms:modified xsi:type="dcterms:W3CDTF">2026-07-16T15:25:02.3650000Z</dcterms:modified>
</coreProperties>
</file>